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InvenVision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00D4FF"/>
                </a:solidFill>
              </a:rPr>
              <a:t>AI-Powered Inventory Intelligence for Every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EC5"/>
                </a:solidFill>
              </a:rPr>
              <a:t>Predict  ·  Manage  ·  Never Run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GDSC Hackathon 2026  |  Team InvenVision  |  Live at gdsc-hackathon.up.railway.app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0584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Understanding the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EC5"/>
                </a:solidFill>
              </a:rPr>
              <a:t>The journey of a product — from manufacturer to your hands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5603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D4FF"/>
                </a:solidFill>
              </a:rPr>
              <a:t>Manufacturer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063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Produces goods
in bulk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920240"/>
            <a:ext cx="25603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FF9D"/>
                </a:solidFill>
              </a:rPr>
              <a:t>Distributor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63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Transports &amp; stores
in warehouses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20240"/>
            <a:ext cx="25603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0116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6B35"/>
                </a:solidFill>
              </a:rPr>
              <a:t>Retailer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Sells to end
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920240"/>
            <a:ext cx="25603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0116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D600"/>
                </a:solidFill>
              </a:rPr>
              <a:t>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063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Receives the
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EC5"/>
                </a:solidFill>
              </a:rPr>
              <a:t>Applies to every business — Pharmacy, Grocery, Retail, Electronics, Restaurant &amp; more.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</a:rPr>
              <a:t>Break one link → the entire chain fails.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05840" cy="64008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Critical Problems in Supply Chain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12344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3D3D"/>
                </a:solidFill>
              </a:rPr>
              <a:t>📉  Demand Forecasting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Businesses can't predict demand → overstock or stockout — affects every sector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463040"/>
            <a:ext cx="5394960" cy="12344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3D3D"/>
                </a:solidFill>
              </a:rPr>
              <a:t>🗑️  Waste &amp; Dead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Perishables, medicines, seasonal goods expire → ₹15,000+ loss per shop per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5394960" cy="12344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3D3D"/>
                </a:solidFill>
              </a:rPr>
              <a:t>🔗  No Real-Time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No live view of stock levels — owners fly blind across all product 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2926080"/>
            <a:ext cx="5394960" cy="12344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3D3D"/>
                </a:solidFill>
              </a:rPr>
              <a:t>📝  Manual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Paper ledgers &amp; Excel → errors, delays, data loss in grocery, retail &amp; pharmacy alike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5394960" cy="12344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3D3D"/>
                </a:solidFill>
              </a:rPr>
              <a:t>💸  Cash Flow Locked in Dead 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Overstocked products tie up capital that every small business desperately needs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4389120"/>
            <a:ext cx="5394960" cy="12344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3D3D"/>
                </a:solidFill>
              </a:rPr>
              <a:t>⏰  Reactive Decisions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Owners in every industry reorder only after running out — always one step behind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0584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Small Business Owner's Daily Nightmare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737360" cy="502920"/>
          </a:xfrm>
          <a:prstGeom prst="rect">
            <a:avLst/>
          </a:prstGeom>
          <a:solidFill>
            <a:srgbClr val="22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</a:rPr>
              <a:t>💊 Pharmacy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234440"/>
            <a:ext cx="1737360" cy="502920"/>
          </a:xfrm>
          <a:prstGeom prst="rect">
            <a:avLst/>
          </a:prstGeom>
          <a:solidFill>
            <a:srgbClr val="22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30759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</a:rPr>
              <a:t>🛒 Grocery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1737360" cy="502920"/>
          </a:xfrm>
          <a:prstGeom prst="rect">
            <a:avLst/>
          </a:prstGeom>
          <a:solidFill>
            <a:srgbClr val="22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30759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</a:rPr>
              <a:t>👗 Retail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799" y="1234440"/>
            <a:ext cx="1737360" cy="502920"/>
          </a:xfrm>
          <a:prstGeom prst="rect">
            <a:avLst/>
          </a:prstGeom>
          <a:solidFill>
            <a:srgbClr val="22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130759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</a:rPr>
              <a:t>📱 Electronics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234440"/>
            <a:ext cx="1737360" cy="502920"/>
          </a:xfrm>
          <a:prstGeom prst="rect">
            <a:avLst/>
          </a:prstGeom>
          <a:solidFill>
            <a:srgbClr val="22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30759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</a:rPr>
              <a:t>🍽️ Restaurant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0" y="1234440"/>
            <a:ext cx="1737360" cy="502920"/>
          </a:xfrm>
          <a:prstGeom prst="rect">
            <a:avLst/>
          </a:prstGeom>
          <a:solidFill>
            <a:srgbClr val="22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130759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</a:rPr>
              <a:t>📦 Wholesale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011680"/>
            <a:ext cx="2606040" cy="1691640"/>
          </a:xfrm>
          <a:prstGeom prst="rect">
            <a:avLst/>
          </a:prstGeom>
          <a:solidFill>
            <a:srgbClr val="1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488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6B35"/>
                </a:solidFill>
              </a:rPr>
              <a:t>63 Lakh+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MSMEs in India
with inventory problems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011680"/>
            <a:ext cx="2606040" cy="1691640"/>
          </a:xfrm>
          <a:prstGeom prst="rect">
            <a:avLst/>
          </a:prstGeom>
          <a:solidFill>
            <a:srgbClr val="1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1488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6B35"/>
                </a:solidFill>
              </a:rPr>
              <a:t>87%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9260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Still using paper
or basic Excel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011680"/>
            <a:ext cx="2606040" cy="1691640"/>
          </a:xfrm>
          <a:prstGeom prst="rect">
            <a:avLst/>
          </a:prstGeom>
          <a:solidFill>
            <a:srgbClr val="1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1488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6B35"/>
                </a:solidFill>
              </a:rPr>
              <a:t>₹20,000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9260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Average annual loss
to dead/expired stock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011680"/>
            <a:ext cx="2606040" cy="1691640"/>
          </a:xfrm>
          <a:prstGeom prst="rect">
            <a:avLst/>
          </a:prstGeom>
          <a:solidFill>
            <a:srgbClr val="1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1488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6B35"/>
                </a:solidFill>
              </a:rPr>
              <a:t>1 in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9260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Customers lost due
to stockouts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77639"/>
            <a:ext cx="11064240" cy="1097280"/>
          </a:xfrm>
          <a:prstGeom prst="rect">
            <a:avLst/>
          </a:prstGeom>
          <a:solidFill>
            <a:srgbClr val="1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B35"/>
                </a:solidFill>
              </a:rPr>
              <a:t>😫  The reality: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069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</a:rPr>
              <a:t>"I ordered too much stock last month — half of it expired or became dead stock.
This month I ran out of my bestseller in 2 days and lost 30 customers."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This is not just a pharmacy problem. This is every small business owner in India. Every 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0584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Introducing InvenVision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D4FF"/>
                </a:solidFill>
              </a:rPr>
              <a:t>One platform. Every business. Zero stock surprises.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1234440"/>
          </a:xfrm>
          <a:prstGeom prst="rect">
            <a:avLst/>
          </a:prstGeom>
          <a:solidFill>
            <a:srgbClr val="04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🔮  AI Demand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6 models predict when ANY product will run out — pharmacy, grocery, retail &amp; more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874519"/>
            <a:ext cx="5394960" cy="1234440"/>
          </a:xfrm>
          <a:prstGeom prst="rect">
            <a:avLst/>
          </a:prstGeom>
          <a:solidFill>
            <a:srgbClr val="04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🚨  Plain-English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0487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"Your Rice stock will last only 2 more days. Order NOW." — works for any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39"/>
            <a:ext cx="5394960" cy="1234440"/>
          </a:xfrm>
          <a:prstGeom prst="rect">
            <a:avLst/>
          </a:prstGeom>
          <a:solidFill>
            <a:srgbClr val="04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📊  Smart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22191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Revenue trends, top products, category insights — from real sales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3291839"/>
            <a:ext cx="5394960" cy="1234440"/>
          </a:xfrm>
          <a:prstGeom prst="rect">
            <a:avLst/>
          </a:prstGeom>
          <a:solidFill>
            <a:srgbClr val="04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🧾  Full Billing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22191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Create invoices, auto-update inventory, track payments — for any category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09160"/>
            <a:ext cx="5394960" cy="1234440"/>
          </a:xfrm>
          <a:prstGeom prst="rect">
            <a:avLst/>
          </a:prstGeom>
          <a:solidFill>
            <a:srgbClr val="04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📒  Customer Khata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Digital credit ledger — works for every business that gives credit to customers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4709160"/>
            <a:ext cx="5394960" cy="1234440"/>
          </a:xfrm>
          <a:prstGeom prst="rect">
            <a:avLst/>
          </a:prstGeom>
          <a:solidFill>
            <a:srgbClr val="04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800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☁️  Cloud-First &amp; Multi-User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3951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Any device, anywhere — one account per shop, Supabase PostgreSQL, zero data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0584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AI Forecasting Engine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822960" cy="1097280"/>
          </a:xfrm>
          <a:prstGeom prst="rect">
            <a:avLst/>
          </a:prstGeom>
          <a:solidFill>
            <a:srgbClr val="0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749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FF9D"/>
                </a:solidFill>
              </a:rPr>
              <a:t>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08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Exponential Moving Average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659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Weights recent sales more — best for trending products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822960" cy="1097280"/>
          </a:xfrm>
          <a:prstGeom prst="rect">
            <a:avLst/>
          </a:prstGeom>
          <a:solidFill>
            <a:srgbClr val="0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719072"/>
            <a:ext cx="749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FF9D"/>
                </a:solidFill>
              </a:rPr>
              <a:t>SMA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508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Simple Moving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19659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Smooth baseline for stable products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34640"/>
            <a:ext cx="822960" cy="1097280"/>
          </a:xfrm>
          <a:prstGeom prst="rect">
            <a:avLst/>
          </a:prstGeom>
          <a:solidFill>
            <a:srgbClr val="0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90672"/>
            <a:ext cx="749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FF9D"/>
                </a:solidFill>
              </a:rPr>
              <a:t>WMA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Weighted Moving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375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Custom weights for seasonal patterns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834640"/>
            <a:ext cx="822960" cy="1097280"/>
          </a:xfrm>
          <a:prstGeom prst="rect">
            <a:avLst/>
          </a:prstGeom>
          <a:solidFill>
            <a:srgbClr val="0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3090672"/>
            <a:ext cx="749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FF9D"/>
                </a:solidFill>
              </a:rPr>
              <a:t>Holt's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Double Exponential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33375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Captures both level &amp; trend simultaneously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06240"/>
            <a:ext cx="822960" cy="1097280"/>
          </a:xfrm>
          <a:prstGeom prst="rect">
            <a:avLst/>
          </a:prstGeom>
          <a:solidFill>
            <a:srgbClr val="0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62272"/>
            <a:ext cx="749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FF9D"/>
                </a:solidFill>
              </a:rPr>
              <a:t>Linear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5195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0915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Best for steady growth or decline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206240"/>
            <a:ext cx="822960" cy="1097280"/>
          </a:xfrm>
          <a:prstGeom prst="rect">
            <a:avLst/>
          </a:prstGeom>
          <a:solidFill>
            <a:srgbClr val="0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4462272"/>
            <a:ext cx="749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FF9D"/>
                </a:solidFill>
              </a:rPr>
              <a:t>Seasonal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425195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Naive Seasonal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59" y="470915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Repeating weekly/monthly cycles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solidFill>
            <a:srgbClr val="04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790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9D"/>
                </a:solidFill>
              </a:rPr>
              <a:t>✅  System auto-selects the best model per product. User just picks a product → clicks Generate → sees results in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0584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System Architecture &amp;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011680" cy="1828800"/>
          </a:xfrm>
          <a:prstGeom prst="rect">
            <a:avLst/>
          </a:prstGeom>
          <a:solidFill>
            <a:srgbClr val="0A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👤
User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Google OAuth
Secure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645920"/>
            <a:ext cx="2011680" cy="1828800"/>
          </a:xfrm>
          <a:prstGeom prst="rect">
            <a:avLst/>
          </a:prstGeom>
          <a:solidFill>
            <a:srgbClr val="0A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9D"/>
                </a:solidFill>
              </a:rPr>
              <a:t>🧾
Record Sale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Invoice Created
Stock Updated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645920"/>
            <a:ext cx="2011680" cy="1828800"/>
          </a:xfrm>
          <a:prstGeom prst="rect">
            <a:avLst/>
          </a:prstGeom>
          <a:solidFill>
            <a:srgbClr val="0A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9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600"/>
                </a:solidFill>
              </a:rPr>
              <a:t>🗄️
Supabase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PostgreSQL
Cloud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1645920"/>
            <a:ext cx="2011680" cy="1828800"/>
          </a:xfrm>
          <a:prstGeom prst="rect">
            <a:avLst/>
          </a:prstGeom>
          <a:solidFill>
            <a:srgbClr val="0A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799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</a:rPr>
              <a:t>🧠
AI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799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6 Models Run
Best Selected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645920"/>
            <a:ext cx="2011680" cy="1828800"/>
          </a:xfrm>
          <a:prstGeom prst="rect">
            <a:avLst/>
          </a:prstGeom>
          <a:solidFill>
            <a:srgbClr val="0A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19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00FF"/>
                </a:solidFill>
              </a:rPr>
              <a:t>📊
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Alerts + Charts
+ Forecast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40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Database Tables: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</a:rPr>
              <a:t>users  ·  products  ·  stock_in  ·  invoices  ·  invoice_items  ·  customers  ·  customer_payments  ·  inventory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9D"/>
                </a:solidFill>
              </a:rPr>
              <a:t>All tables auto-created on first boot. Zero manual DB setup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05840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577840" cy="2240280"/>
          </a:xfrm>
          <a:prstGeom prst="rect">
            <a:avLst/>
          </a:prstGeom>
          <a:solidFill>
            <a:srgbClr val="0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577840" cy="4572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721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4FF"/>
                </a:solidFill>
              </a:rPr>
              <a:t>🖥️ 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HTML5 + CSS3 (Vanilla)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682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JavaScript (ES6+)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706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Chart.js — interactive graphs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729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Responsive design — mobile ready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417320"/>
            <a:ext cx="5577840" cy="2240280"/>
          </a:xfrm>
          <a:prstGeom prst="rect">
            <a:avLst/>
          </a:prstGeom>
          <a:solidFill>
            <a:srgbClr val="0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417320"/>
            <a:ext cx="5577840" cy="4572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721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9D"/>
                </a:solidFill>
              </a:rPr>
              <a:t>⚙️ 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Python 3.12 + Flask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682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Authlib — Google OAuth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706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Gunicorn — production WSGI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729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ProxyFix — HTTPS behind Railway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40480"/>
            <a:ext cx="5577840" cy="2240280"/>
          </a:xfrm>
          <a:prstGeom prst="rect">
            <a:avLst/>
          </a:prstGeom>
          <a:solidFill>
            <a:srgbClr val="0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40480"/>
            <a:ext cx="5577840" cy="4572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953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600"/>
                </a:solidFill>
              </a:rPr>
              <a:t>🗄️ 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89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PostgreSQL (Supabase cloud)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914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psycopg2-binary driver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937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Session Pooler — IPv4, SSL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961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8 relational tables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3840480"/>
            <a:ext cx="5577840" cy="2240280"/>
          </a:xfrm>
          <a:prstGeom prst="rect">
            <a:avLst/>
          </a:prstGeom>
          <a:solidFill>
            <a:srgbClr val="0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3840480"/>
            <a:ext cx="5577840" cy="4572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8953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B35"/>
                </a:solidFill>
              </a:rPr>
              <a:t>☁️  DevOps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389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Railway — cloud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914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GitHub — CI/CD auto-deploy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1937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nixpacks.toml — build config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5961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▸  Environment vars — zero secrets in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05840" cy="64008"/>
          </a:xfrm>
          <a:prstGeom prst="rect">
            <a:avLst/>
          </a:prstGeom>
          <a:solidFill>
            <a:srgbClr val="C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Makes InvenVision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657600" cy="548640"/>
          </a:xfrm>
          <a:prstGeom prst="rect">
            <a:avLst/>
          </a:prstGeom>
          <a:solidFill>
            <a:srgbClr val="1A0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0520" y="1325880"/>
            <a:ext cx="3474720" cy="548640"/>
          </a:xfrm>
          <a:prstGeom prst="rect">
            <a:avLst/>
          </a:prstGeom>
          <a:solidFill>
            <a:srgbClr val="1A0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325880"/>
            <a:ext cx="4023360" cy="548640"/>
          </a:xfrm>
          <a:prstGeom prst="rect">
            <a:avLst/>
          </a:prstGeom>
          <a:solidFill>
            <a:srgbClr val="1A0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FF"/>
                </a:solidFill>
              </a:rPr>
              <a:t>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FF"/>
                </a:solidFill>
              </a:rPr>
              <a:t>Traditional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17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FF"/>
                </a:solidFill>
              </a:rPr>
              <a:t>InvenVision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3657600" cy="548640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920240"/>
            <a:ext cx="3474720" cy="548640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1920240"/>
            <a:ext cx="4023360" cy="548640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11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Demand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011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3D3D"/>
                </a:solidFill>
              </a:rPr>
              <a:t>❌  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0116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9D"/>
                </a:solidFill>
              </a:rPr>
              <a:t>✅  6 AI Models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14600"/>
            <a:ext cx="3657600" cy="54864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2514600"/>
            <a:ext cx="3474720" cy="54864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2514600"/>
            <a:ext cx="4023360" cy="54864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06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Plain-English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606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3D3D"/>
                </a:solidFill>
              </a:rPr>
              <a:t>❌  Only numbers/reports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6060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9D"/>
                </a:solidFill>
              </a:rPr>
              <a:t>✅  'Order NOW — 2 days left'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08960"/>
            <a:ext cx="3657600" cy="548640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3108960"/>
            <a:ext cx="3474720" cy="548640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0" y="3108960"/>
            <a:ext cx="4023360" cy="548640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00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Cloud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3200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3D3D"/>
                </a:solidFill>
              </a:rPr>
              <a:t>❌  Local PC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2004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9D"/>
                </a:solidFill>
              </a:rPr>
              <a:t>✅  Supabase PostgreSQL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03320"/>
            <a:ext cx="3657600" cy="54864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3703320"/>
            <a:ext cx="3474720" cy="54864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0" y="3703320"/>
            <a:ext cx="4023360" cy="54864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7947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Google Login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379475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3D3D"/>
                </a:solidFill>
              </a:rPr>
              <a:t>❌  Username+Password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79475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9D"/>
                </a:solidFill>
              </a:rPr>
              <a:t>✅  One-click OAuth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97680"/>
            <a:ext cx="3657600" cy="548640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60520" y="4297680"/>
            <a:ext cx="3474720" cy="548640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4297680"/>
            <a:ext cx="4023360" cy="548640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389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Analytics Charts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4389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3D3D"/>
                </a:solidFill>
              </a:rPr>
              <a:t>❌  Export to Excel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389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9D"/>
                </a:solidFill>
              </a:rPr>
              <a:t>✅  Live interactive charts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892040"/>
            <a:ext cx="3657600" cy="54864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60520" y="4892040"/>
            <a:ext cx="3474720" cy="54864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680960" y="4892040"/>
            <a:ext cx="4023360" cy="54864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983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Customer Khata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60" y="4983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3D3D"/>
                </a:solidFill>
              </a:rPr>
              <a:t>❌  Separate notebook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983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9D"/>
                </a:solidFill>
              </a:rPr>
              <a:t>✅  Digital credit ledger built-in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0584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Live &amp; Deployed — Right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822960"/>
          </a:xfrm>
          <a:prstGeom prst="rect">
            <a:avLst/>
          </a:prstGeom>
          <a:solidFill>
            <a:srgbClr val="0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🌐  Live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gdsc-hackathon.up.railway.app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11155680" cy="822960"/>
          </a:xfrm>
          <a:prstGeom prst="rect">
            <a:avLst/>
          </a:prstGeom>
          <a:solidFill>
            <a:srgbClr val="0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9D"/>
                </a:solidFill>
              </a:rPr>
              <a:t>💚  Health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gdsc-hackathon.up.railway.app/api/health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57600"/>
            <a:ext cx="11155680" cy="822960"/>
          </a:xfrm>
          <a:prstGeom prst="rect">
            <a:avLst/>
          </a:prstGeom>
          <a:solidFill>
            <a:srgbClr val="0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600"/>
                </a:solidFill>
              </a:rPr>
              <a:t>💻  Source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84048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github.com/ansajkhare-ops/GDSC-INVENVISION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63440"/>
            <a:ext cx="11155680" cy="822960"/>
          </a:xfrm>
          <a:prstGeom prst="rect">
            <a:avLst/>
          </a:prstGeom>
          <a:solidFill>
            <a:srgbClr val="0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</a:rPr>
              <a:t>🗄️ 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463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Supabase — aws-1-ap-southeast-1 (PostgreSQL)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11155680" cy="594360"/>
          </a:xfrm>
          <a:prstGeom prst="rect">
            <a:avLst/>
          </a:prstGeom>
          <a:solidFill>
            <a:srgbClr val="002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7044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FF9D"/>
                </a:solidFill>
              </a:rPr>
              <a:t>✅  Not a prototype. Not a mockup. A real, production-deployed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</a:rPr>
              <a:t>InvenVision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00D4FF"/>
                </a:solidFill>
              </a:rPr>
              <a:t>The Brain Every Business is Missing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37560"/>
            <a:ext cx="5760720" cy="54864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BEC5"/>
                </a:solidFill>
              </a:rPr>
              <a:t>🔮  Predict demand before stock runs out — any product, any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60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BEC5"/>
                </a:solidFill>
              </a:rPr>
              <a:t>🚨  Get plain-English alerts — not numbers, not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6634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BEC5"/>
                </a:solidFill>
              </a:rPr>
              <a:t>📊  See real analytics from real sales data — automatically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1663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BEC5"/>
                </a:solidFill>
              </a:rPr>
              <a:t>☁️  One platform for Pharmacy, Grocery, Retail, Electronics &amp; more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D4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